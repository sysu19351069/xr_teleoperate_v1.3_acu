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9" r:id="rId6"/>
    <p:sldId id="261" r:id="rId7"/>
    <p:sldId id="258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8" d="100"/>
          <a:sy n="118" d="100"/>
        </p:scale>
        <p:origin x="61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241CD-6746-42E2-96A7-A2C88BBACA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47DDC-B437-4AFF-80CB-02D4EACCF4E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01310" y="2079400"/>
            <a:ext cx="4189379" cy="269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全局相机</a:t>
            </a:r>
            <a:endParaRPr lang="en-US" altLang="zh-CN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(RGB</a:t>
            </a: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"/>
            <a:ext cx="2282356" cy="226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01310" y="2079400"/>
            <a:ext cx="4189379" cy="269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全局相机</a:t>
            </a:r>
            <a:endParaRPr lang="en-US" altLang="zh-CN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深度图像</a:t>
            </a: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9644" y="0"/>
            <a:ext cx="2282356" cy="226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01310" y="2079400"/>
            <a:ext cx="4189379" cy="269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手眼相机</a:t>
            </a:r>
            <a:endParaRPr lang="en-US" altLang="zh-CN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(RGB</a:t>
            </a: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90000"/>
            <a:ext cx="2282356" cy="226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01310" y="2079400"/>
            <a:ext cx="4189379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局部相机</a:t>
            </a:r>
            <a:endParaRPr lang="en-US" altLang="zh-CN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(RGB</a:t>
            </a: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90000"/>
            <a:ext cx="2282356" cy="226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01310" y="2079400"/>
            <a:ext cx="4189379" cy="269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手眼相机</a:t>
            </a:r>
            <a:endParaRPr lang="en-US" altLang="zh-CN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深度图像</a:t>
            </a: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9644" y="4590000"/>
            <a:ext cx="2282356" cy="226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GNmNzA1YTkyZTJjYWZjOGZmNmY4OTZhNzIyMGUzMG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WPS 演示</Application>
  <PresentationFormat>宽屏</PresentationFormat>
  <Paragraphs>15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chidro zhang</dc:creator>
  <cp:lastModifiedBy>日出</cp:lastModifiedBy>
  <cp:revision>4</cp:revision>
  <dcterms:created xsi:type="dcterms:W3CDTF">2023-11-23T01:56:00Z</dcterms:created>
  <dcterms:modified xsi:type="dcterms:W3CDTF">2024-03-23T08:26:10Z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40A5959AB43B47488D85FF5637604D9D_12</vt:lpwstr>
  </property>
  <property fmtid="{D5CDD505-2E9C-101B-9397-08002B2CF9AE}" pid="3" name="KSOProductBuildVer">
    <vt:lpwstr>2052-12.1.0.16120</vt:lpwstr>
  </property>
</Properties>
</file>